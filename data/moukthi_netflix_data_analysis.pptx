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p:scale>
          <a:sx n="50" d="100"/>
          <a:sy n="50" d="100"/>
        </p:scale>
        <p:origin x="136"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8079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719189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396524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04599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27575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45514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168035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8878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327126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360805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644251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2458315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2777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286750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960845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45786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002257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5765DA58-B75C-48DA-B757-9037AB90EEEA}" type="datetimeFigureOut">
              <a:rPr lang="en-IN" smtClean="0"/>
              <a:t>04-03-2026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80158615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74994" y="2092760"/>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NETFLIX DATA ANALYSIS</a:t>
            </a:r>
          </a:p>
        </p:txBody>
      </p:sp>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4299740" y="1174105"/>
            <a:ext cx="3678701" cy="369332"/>
          </a:xfrm>
          <a:prstGeom prst="rect">
            <a:avLst/>
          </a:prstGeom>
          <a:noFill/>
        </p:spPr>
        <p:txBody>
          <a:bodyPr wrap="square">
            <a:spAutoFit/>
          </a:bodyPr>
          <a:lstStyle/>
          <a:p>
            <a:endParaRPr lang="en-IN" dirty="0">
              <a:solidFill>
                <a:schemeClr val="bg1"/>
              </a:solidFill>
            </a:endParaRPr>
          </a:p>
        </p:txBody>
      </p:sp>
      <p:pic>
        <p:nvPicPr>
          <p:cNvPr id="3" name="Picture 2">
            <a:extLst>
              <a:ext uri="{FF2B5EF4-FFF2-40B4-BE49-F238E27FC236}">
                <a16:creationId xmlns:a16="http://schemas.microsoft.com/office/drawing/2014/main" id="{40F95E0A-D21E-C2B1-F437-EA97FA810F29}"/>
              </a:ext>
            </a:extLst>
          </p:cNvPr>
          <p:cNvPicPr>
            <a:picLocks noChangeAspect="1"/>
          </p:cNvPicPr>
          <p:nvPr/>
        </p:nvPicPr>
        <p:blipFill>
          <a:blip r:embed="rId2"/>
          <a:stretch>
            <a:fillRect/>
          </a:stretch>
        </p:blipFill>
        <p:spPr>
          <a:xfrm>
            <a:off x="0" y="567355"/>
            <a:ext cx="3788523" cy="2218067"/>
          </a:xfrm>
          <a:prstGeom prst="rect">
            <a:avLst/>
          </a:prstGeom>
        </p:spPr>
      </p:pic>
      <p:sp>
        <p:nvSpPr>
          <p:cNvPr id="5" name="TextBox 4">
            <a:extLst>
              <a:ext uri="{FF2B5EF4-FFF2-40B4-BE49-F238E27FC236}">
                <a16:creationId xmlns:a16="http://schemas.microsoft.com/office/drawing/2014/main" id="{4997ED88-48B2-06E5-5706-CE0380662384}"/>
              </a:ext>
            </a:extLst>
          </p:cNvPr>
          <p:cNvSpPr txBox="1"/>
          <p:nvPr/>
        </p:nvSpPr>
        <p:spPr>
          <a:xfrm>
            <a:off x="3788522" y="728936"/>
            <a:ext cx="5266578" cy="3139321"/>
          </a:xfrm>
          <a:prstGeom prst="rect">
            <a:avLst/>
          </a:prstGeom>
          <a:noFill/>
        </p:spPr>
        <p:txBody>
          <a:bodyPr wrap="square">
            <a:spAutoFit/>
          </a:bodyPr>
          <a:lstStyle/>
          <a:p>
            <a:pPr>
              <a:buNone/>
            </a:pPr>
            <a:r>
              <a:rPr lang="en-US" b="1" dirty="0">
                <a:solidFill>
                  <a:srgbClr val="FF0000"/>
                </a:solidFill>
              </a:rPr>
              <a:t>Netflix was founded on August 29, 1997</a:t>
            </a:r>
            <a:r>
              <a:rPr lang="en-US" dirty="0">
                <a:solidFill>
                  <a:srgbClr val="FF0000"/>
                </a:solidFill>
              </a:rPr>
              <a:t>, in Scotts Valley, California.</a:t>
            </a:r>
          </a:p>
          <a:p>
            <a:pPr>
              <a:buNone/>
            </a:pPr>
            <a:r>
              <a:rPr lang="en-US" b="1" dirty="0">
                <a:solidFill>
                  <a:srgbClr val="FF0000"/>
                </a:solidFill>
              </a:rPr>
              <a:t>Reed Hastings</a:t>
            </a:r>
            <a:r>
              <a:rPr lang="en-US" dirty="0">
                <a:solidFill>
                  <a:srgbClr val="FF0000"/>
                </a:solidFill>
              </a:rPr>
              <a:t> — a computer scientist and mathematician, he became the driving force behind Netflix's long-term vision, leading the company from a DVD rental service to a global streaming giant.</a:t>
            </a:r>
          </a:p>
          <a:p>
            <a:pPr>
              <a:buNone/>
            </a:pPr>
            <a:r>
              <a:rPr lang="en-US" b="1" dirty="0">
                <a:solidFill>
                  <a:srgbClr val="FF0000"/>
                </a:solidFill>
              </a:rPr>
              <a:t>Marc Randolph</a:t>
            </a:r>
            <a:r>
              <a:rPr lang="en-US" dirty="0">
                <a:solidFill>
                  <a:srgbClr val="FF0000"/>
                </a:solidFill>
              </a:rPr>
              <a:t> — a marketing veteran who co-founded Netflix alongside Hastings. He shaped the early product and brand before leaving the company in 2002.</a:t>
            </a:r>
          </a:p>
        </p:txBody>
      </p:sp>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6" name="TextBox 5">
            <a:extLst>
              <a:ext uri="{FF2B5EF4-FFF2-40B4-BE49-F238E27FC236}">
                <a16:creationId xmlns:a16="http://schemas.microsoft.com/office/drawing/2014/main" id="{470031B4-4CF5-2191-C596-2E63D34CED9E}"/>
              </a:ext>
            </a:extLst>
          </p:cNvPr>
          <p:cNvSpPr txBox="1"/>
          <p:nvPr/>
        </p:nvSpPr>
        <p:spPr>
          <a:xfrm>
            <a:off x="5422899" y="865163"/>
            <a:ext cx="3341273" cy="4278094"/>
          </a:xfrm>
          <a:prstGeom prst="rect">
            <a:avLst/>
          </a:prstGeom>
          <a:noFill/>
        </p:spPr>
        <p:txBody>
          <a:bodyPr wrap="square" rtlCol="0">
            <a:spAutoFit/>
          </a:bodyPr>
          <a:lstStyle/>
          <a:p>
            <a:r>
              <a:rPr lang="en-US" sz="1700" dirty="0">
                <a:solidFill>
                  <a:schemeClr val="bg1"/>
                </a:solidFill>
              </a:rPr>
              <a:t> 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pic>
        <p:nvPicPr>
          <p:cNvPr id="3" name="Picture 2">
            <a:extLst>
              <a:ext uri="{FF2B5EF4-FFF2-40B4-BE49-F238E27FC236}">
                <a16:creationId xmlns:a16="http://schemas.microsoft.com/office/drawing/2014/main" id="{AF725C48-9309-4F94-41E1-A0A68E085E8E}"/>
              </a:ext>
            </a:extLst>
          </p:cNvPr>
          <p:cNvPicPr>
            <a:picLocks noChangeAspect="1"/>
          </p:cNvPicPr>
          <p:nvPr/>
        </p:nvPicPr>
        <p:blipFill>
          <a:blip r:embed="rId3"/>
          <a:stretch>
            <a:fillRect/>
          </a:stretch>
        </p:blipFill>
        <p:spPr>
          <a:xfrm>
            <a:off x="177800" y="865163"/>
            <a:ext cx="4995353" cy="4278094"/>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9549</TotalTime>
  <Words>372</Words>
  <Application>Microsoft Office PowerPoint</Application>
  <PresentationFormat>On-screen Show (16:9)</PresentationFormat>
  <Paragraphs>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Century Gothic</vt:lpstr>
      <vt:lpstr>Leelawadee</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moukthika marthu</cp:lastModifiedBy>
  <cp:revision>1411</cp:revision>
  <dcterms:created xsi:type="dcterms:W3CDTF">2022-12-29T08:52:07Z</dcterms:created>
  <dcterms:modified xsi:type="dcterms:W3CDTF">2026-03-05T02:39:11Z</dcterms:modified>
</cp:coreProperties>
</file>